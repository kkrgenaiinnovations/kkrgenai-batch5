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2"/>
  </p:normalViewPr>
  <p:slideViewPr>
    <p:cSldViewPr snapToGrid="0" snapToObjects="1">
      <p:cViewPr varScale="1">
        <p:scale>
          <a:sx n="100" d="100"/>
          <a:sy n="100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8D6A-3CDA-DF4F-B89C-90C54003E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887B1-897C-6348-B2BF-338994AF6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76E36-B2C7-1044-8AFD-D72F2C3D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BA0B5-A300-7E4D-B684-975850D7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9F961-81AE-1E43-AC85-EACEF724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4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A093-5CB9-664E-81E2-3DB2875C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C2B30-1556-524B-9AFF-28B5807B4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22B47-F134-D945-9177-9D3F490A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42443-F4BB-884B-8010-EF8E157D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CE192-39DA-A345-927E-44F6D27A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8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800BE-1A25-AE4F-8772-7A58F447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940FD-3339-2F49-A549-D7C7183E4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0E178-D185-4041-B574-19235A5ED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C11A4-5FB1-1B48-8AF3-99A88F81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13E59-820B-114E-B524-3DB7C6E4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7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63971-68EF-8447-BB1C-89E5B8D9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91EB0-0183-7B4A-B0DC-036527EC6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583A9-09CF-784F-8DD9-0AC963177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70F5-8115-6142-9612-2E839310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6EAD2-0E2D-4948-B062-26BA8123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ACD51-946C-F246-AF83-320D47EC3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5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346C-DF0A-7A4C-81E4-C001BC483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5FE04-FFA2-9847-843F-A9635946F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EF83D-0866-F44B-9526-9B220B142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6CCDF-1909-2E4F-8459-0841C9B33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A113B-515F-2644-9B03-C59A46E5F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29189-E396-7145-A560-74E0661E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BA7DD-7C4F-3442-AD95-FCF6A6BB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C21336-89EE-1E4C-BE54-8897A229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BF29-9586-3146-804F-CE046011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62E7C-C0D5-3F4E-A711-A83F474D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1E88D-C263-D046-BCCA-0BC621F5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9DBE9-DC57-0B46-A224-22C5C814E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05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65071-20F1-B443-ACA1-62B2AFE16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D22419-A78F-F646-AF1E-C6F69C21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88A77-586C-3346-A3BC-D922A6D2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C1AA-1DA2-0F49-8ADE-189AFBAD9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BECD-A375-1941-A9BC-7998CE53E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1D0EA-2E51-D240-8AF3-AEF6400A2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4E218-C481-3B47-B2E0-E949204D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E0270-9038-0E4B-B9E9-FEC90F272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9E1C5-C407-BC4C-AB79-4F720239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19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60D4-A432-9946-B766-EACCAE18B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7C180-8EBA-834E-8C88-495F1F7E2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FD3AE-D6EF-DA4C-BACE-62D8F48B4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A1918-0471-C34A-8AA1-6B22E44A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EB007-969E-1B40-B0DC-027E47EC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F35CA-3175-3E4B-9EB0-8968565C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6ABE5-4146-AB41-BFE2-1521CB2F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45A3D-3672-A544-87F4-0802FF69E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44CE-3090-9549-B200-71EF9B5D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6E165-B928-A34C-BAD9-BF3C0EE38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EAE2B-654B-AE4B-BE55-C5B17D63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35A6A-C148-3940-AB30-5CDC3BA45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254855-1C1F-494B-A2DF-7DB7692AF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A877F-DC90-6C40-9261-41B5719B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BBA19-0CB9-C342-9AE5-5E6212150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18ECE-3A3C-AD4A-8130-47CC5A16C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6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490448-B322-F847-BA1E-AFB8E7BE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574CA-2333-BB4F-9325-122E0B876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B3B2-8569-C84C-BDF2-E027BB07E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657D1-62AA-D643-B530-0400694DAD9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A2A29-41C4-0446-8ED1-81366AEF7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229D4-7D94-6A43-AC46-A7022F4F4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223EF-E3EC-5446-8884-5C5D78782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7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1080-5112-9D44-8B5F-AFFA0011F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85750"/>
            <a:ext cx="9144000" cy="1000125"/>
          </a:xfrm>
        </p:spPr>
        <p:txBody>
          <a:bodyPr>
            <a:normAutofit/>
          </a:bodyPr>
          <a:lstStyle/>
          <a:p>
            <a:r>
              <a:rPr lang="en-US" dirty="0"/>
              <a:t>Day-1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9661D-0659-9843-8EFE-DCE4310DB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1643063"/>
            <a:ext cx="9639300" cy="410051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Introduction on python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Why python is important for Gen AI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What is pip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Pip important commands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Python package installation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creating first python script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Using python shell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What are keywords, functions and methods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Data types introduction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1080-5112-9D44-8B5F-AFFA0011F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85750"/>
            <a:ext cx="9144000" cy="1000125"/>
          </a:xfrm>
        </p:spPr>
        <p:txBody>
          <a:bodyPr>
            <a:normAutofit/>
          </a:bodyPr>
          <a:lstStyle/>
          <a:p>
            <a:r>
              <a:rPr lang="en-US" dirty="0"/>
              <a:t>Day-2 - Strings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9661D-0659-9843-8EFE-DCE4310DB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1643062"/>
            <a:ext cx="9639300" cy="45926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String datatype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Creating Strings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Basic Operations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Case Conversion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Whitespace Removal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Replace &amp; Modify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Searching &amp; Checking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16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1080-5112-9D44-8B5F-AFFA0011F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85750"/>
            <a:ext cx="9144000" cy="1000125"/>
          </a:xfrm>
        </p:spPr>
        <p:txBody>
          <a:bodyPr>
            <a:normAutofit/>
          </a:bodyPr>
          <a:lstStyle/>
          <a:p>
            <a:r>
              <a:rPr lang="en-US" dirty="0"/>
              <a:t>Day-3  (strings contd.)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9661D-0659-9843-8EFE-DCE4310DB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1643062"/>
            <a:ext cx="9639300" cy="45926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Formatting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Boolean Check Methods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Reverse String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179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1080-5112-9D44-8B5F-AFFA0011F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85750"/>
            <a:ext cx="9144000" cy="1000125"/>
          </a:xfrm>
        </p:spPr>
        <p:txBody>
          <a:bodyPr>
            <a:normAutofit/>
          </a:bodyPr>
          <a:lstStyle/>
          <a:p>
            <a:r>
              <a:rPr lang="en-US" dirty="0"/>
              <a:t>Day-3 - 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9661D-0659-9843-8EFE-DCE4310DB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1643062"/>
            <a:ext cx="9639300" cy="45926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List datatype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Indexing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Concatenate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Modify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Slicing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List in Lists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Copy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Clear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append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67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1080-5112-9D44-8B5F-AFFA0011F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285750"/>
            <a:ext cx="9144000" cy="1000125"/>
          </a:xfrm>
        </p:spPr>
        <p:txBody>
          <a:bodyPr>
            <a:normAutofit/>
          </a:bodyPr>
          <a:lstStyle/>
          <a:p>
            <a:r>
              <a:rPr lang="en-US" dirty="0"/>
              <a:t>Day-4 – List contd.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9661D-0659-9843-8EFE-DCE4310DB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1643062"/>
            <a:ext cx="9639300" cy="459263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Extends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Count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Pop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Remove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Sort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Insert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54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95</Words>
  <Application>Microsoft Macintosh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Day-1</vt:lpstr>
      <vt:lpstr>Day-2 - Strings</vt:lpstr>
      <vt:lpstr>Day-3  (strings contd.)</vt:lpstr>
      <vt:lpstr>Day-3 - List</vt:lpstr>
      <vt:lpstr>Day-4 – List 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Day-1</dc:title>
  <dc:creator>Microsoft Office User</dc:creator>
  <cp:lastModifiedBy>Microsoft Office User</cp:lastModifiedBy>
  <cp:revision>11</cp:revision>
  <dcterms:created xsi:type="dcterms:W3CDTF">2025-12-07T16:35:43Z</dcterms:created>
  <dcterms:modified xsi:type="dcterms:W3CDTF">2025-12-08T06:28:58Z</dcterms:modified>
</cp:coreProperties>
</file>